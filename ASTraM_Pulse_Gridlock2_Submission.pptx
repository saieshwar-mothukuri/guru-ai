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judges. ASTraM Pulse is a predictive layer built directly on top of the ASTraM system BTP already uses. We found three critical gaps — and we closed all three using only BTP's own historical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gaps are word-for-word from the Gridlock brief. Event impact not quantified, resource deployment is experience-driven, no post-event learning system. We built solutions to all three using only BTP's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pillar briefly. Emphasise that the cascade detector is completely novel — ASTraM has nothing like it. Trained in 2.1 seconds from their own data. Everything is human-in-the-loop — the system recommends, the controller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On April 6, 2024, Mysore Road had 7 incidents at 6 AM and 5 more at 7 AM. One hour later, ORR East 1 was hit with 13 incidents in a single hour — 6.7 times its daily average. ASTraM had no warning. ASTraM Pulse would have fired the cascade alert at 6 AM, giving ORR East 1 controllers 2 full hours to prepare. This is found from BTP's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Tumkur Road spiking, then ORR East 1 spiking an hour later — 40 times in the dataset, 40 times confirmed. 100%. No exceptions. This is not a weak statistical signal. And we also discovered a 3-hop chain: Mysore Road → ORR East 1 → Hosur Road → Old Madras Road. This entire chain is provable from BTP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algorithm was specifically chosen for this dataset's constraints. The cascade detector uses correlation — not classification — because we have no negative samples. The 2-stage duration model is necessary because the range spans 0.4 hours to 216 hours — single-stage regression can't handle that. Everything is explainable to police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model was trained only from the events.csv file provided. No weather data, no MapmyIndia, no census data, no third-party APIs. The columns with high null rates were dropped. Everything provable from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numbers to say to the police commissioners. Don't say RMSE or Pearson correlation. Say: we predicted vehicle breakdown duration within 8 minutes of actual. We would have warned ORR East 1 2 hours before the April 6 incident wave. VIP movements flag for barricades with zero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demo live. Step 3 is the most important — the cascade alert. Pause there. Let the judges absorb that a secondary corridor is being warned before the traffic even arrives. That is the moment that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Every number on this slide came from BTP's own data. ASTraM Pulse doesn't replace what they've built — it completes it. The three gaps in the brief, the cascade no one was watching, the learning loop that didn't exist — all of it, solved from 8,173 of their own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 HACKATHON 2.0  ·  EVENT-DRIVEN CONGESTION  ·  BENGALURU TRAFFIC POLICE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ASTraM Pulse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 ·  Prescriptive  ·  Self-learning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218688"/>
            <a:ext cx="576072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40156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capabilities Bengaluru Traffic Police's ASTraM platform doesn't have yet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from 8,173 real incident records.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54480" y="4315968"/>
            <a:ext cx="1920240" cy="320040"/>
          </a:xfrm>
          <a:prstGeom prst="roundRect">
            <a:avLst>
              <a:gd name="adj" fmla="val 48571"/>
            </a:avLst>
          </a:prstGeom>
          <a:solidFill>
            <a:srgbClr val="0D2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4315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8,173 real incidents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4315968"/>
            <a:ext cx="1920240" cy="320040"/>
          </a:xfrm>
          <a:prstGeom prst="roundRect">
            <a:avLst>
              <a:gd name="adj" fmla="val 48571"/>
            </a:avLst>
          </a:prstGeom>
          <a:solidFill>
            <a:srgbClr val="0D2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4315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4315968"/>
            <a:ext cx="1920240" cy="320040"/>
          </a:xfrm>
          <a:prstGeom prst="roundRect">
            <a:avLst>
              <a:gd name="adj" fmla="val 48571"/>
            </a:avLst>
          </a:prstGeom>
          <a:solidFill>
            <a:srgbClr val="0D2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4315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detector 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0" y="4315968"/>
            <a:ext cx="1920240" cy="320040"/>
          </a:xfrm>
          <a:prstGeom prst="roundRect">
            <a:avLst>
              <a:gd name="adj" fmla="val 48571"/>
            </a:avLst>
          </a:prstGeom>
          <a:solidFill>
            <a:srgbClr val="0D2B2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4315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CONFIRMED BY GRIDLOCK 2.0 BRIEF &amp; IEEE SPECTRUM MARCH 2024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ASTraM doesn't do today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200A06"/>
          </a:solidFill>
          <a:ln w="1905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64208"/>
            <a:ext cx="3337560" cy="256032"/>
          </a:xfrm>
          <a:prstGeom prst="roundRect">
            <a:avLst>
              <a:gd name="adj" fmla="val 50000"/>
            </a:avLst>
          </a:prstGeom>
          <a:solidFill>
            <a:srgbClr val="D85A30">
              <a:alpha val="20000"/>
            </a:srgbClr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642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 — BRIEF EXACT LANGUAGE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" y="29077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EVENTS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3375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ASTraM alerts fire after an officer logs the incident. Zero predictive coverage for the 7,706 events that happen without warning.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536192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1C1305"/>
          </a:solidFill>
          <a:ln w="1905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664208"/>
            <a:ext cx="3337560" cy="256032"/>
          </a:xfrm>
          <a:prstGeom prst="roundRect">
            <a:avLst>
              <a:gd name="adj" fmla="val 50000"/>
            </a:avLst>
          </a:prstGeom>
          <a:solidFill>
            <a:srgbClr val="EF9F27">
              <a:alpha val="20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6642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 — BRIEF EXACT LANGUAGE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99339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480560" y="29077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3246120"/>
            <a:ext cx="33375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Manpower, barricades, and diversions are deployed by experience. No system tells a controller how many units to send or which route to activate.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75320" y="1536192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091525"/>
          </a:solidFill>
          <a:ln w="1905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1664208"/>
            <a:ext cx="3337560" cy="256032"/>
          </a:xfrm>
          <a:prstGeom prst="roundRect">
            <a:avLst>
              <a:gd name="adj" fmla="val 50000"/>
            </a:avLst>
          </a:prstGeom>
          <a:solidFill>
            <a:srgbClr val="378ADD">
              <a:alpha val="20000"/>
            </a:srgbClr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6642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 — BRIEF EXACT LANGUAGE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66760" y="199339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8366760" y="29077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LEARNING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3246120"/>
            <a:ext cx="33375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closed incident is a free training signal. ASTraM doesn't use any of it. The system makes the same mistakes indefinitely.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8646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covers planned events (5.7%): processions, VIP movements, construction, public gatherings — same system, same learning loop.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ASTRAM PULSE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pillars. One system. Built on your data.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577840" cy="1508760"/>
          </a:xfrm>
          <a:prstGeom prst="roundRect">
            <a:avLst>
              <a:gd name="adj" fmla="val 7273"/>
            </a:avLst>
          </a:prstGeom>
          <a:solidFill>
            <a:srgbClr val="0A1F16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17007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surface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99339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on 1,815 corridor-hour-dow combos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7512" y="2267712"/>
            <a:ext cx="5230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expected incident rate per corridor before anything is reported. Covers all 8,173 unplanned events.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1572768"/>
            <a:ext cx="5577840" cy="1508760"/>
          </a:xfrm>
          <a:prstGeom prst="roundRect">
            <a:avLst>
              <a:gd name="adj" fmla="val 7273"/>
            </a:avLst>
          </a:prstGeom>
          <a:solidFill>
            <a:srgbClr val="0A1F16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11112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78040" y="17007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 model (2-stage)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199339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classify → Random Forest regress on log(duration)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11112" y="2267712"/>
            <a:ext cx="5230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fast (&lt;2 hrs) vs slow (&gt;2 hrs) with 86.1% accuracy, then predicts exact minutes. Vehicle breakdown: 46 min predicted vs 41 min actual.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64408"/>
            <a:ext cx="5577840" cy="1508760"/>
          </a:xfrm>
          <a:prstGeom prst="roundRect">
            <a:avLst>
              <a:gd name="adj" fmla="val 7273"/>
            </a:avLst>
          </a:prstGeom>
          <a:solidFill>
            <a:srgbClr val="12102A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4440" y="33924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 detector ★ Novel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6850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Time-lagged Pearson correlation · 7 edges confirmed · p&lt;0.0001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7512" y="3959352"/>
            <a:ext cx="5230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which corridors surge after a primary spike. Pre-alerts secondary controllers before diverted traffic arrives. Not in ASTraM today.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3264408"/>
            <a:ext cx="5577840" cy="1508760"/>
          </a:xfrm>
          <a:prstGeom prst="roundRect">
            <a:avLst>
              <a:gd name="adj" fmla="val 7273"/>
            </a:avLst>
          </a:prstGeom>
          <a:solidFill>
            <a:srgbClr val="1C1305"/>
          </a:solidFill>
          <a:ln w="1270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11112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178040" y="33924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event lookup + Learning loop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36850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K=5 on 467 planned events + SQLite prediction ledger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11112" y="3959352"/>
            <a:ext cx="5230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Processions, VIP movements, construction get historical analogs. Every prediction logged vs actual. Accuracy tracked and displayed live.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983480"/>
            <a:ext cx="11155680" cy="292608"/>
          </a:xfrm>
          <a:prstGeom prst="roundRect">
            <a:avLst>
              <a:gd name="adj" fmla="val 31250"/>
            </a:avLst>
          </a:prstGeom>
          <a:solidFill>
            <a:srgbClr val="0A1F16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983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in 2.1 seconds  ·  FastAPI backend  ·  Human-in-the-loop approvals  ·  Zero external data sources  ·  MapmyIndia-ready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EVENT — APRIL 6, 2024 — CONFIRMED FROM ASTRAM INCIDENT RECORDS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cascade no one saw coming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210951"/>
            <a:ext cx="1051560" cy="309489"/>
          </a:xfrm>
          <a:prstGeom prst="roundRect">
            <a:avLst>
              <a:gd name="adj" fmla="val 17727"/>
            </a:avLst>
          </a:prstGeom>
          <a:solidFill>
            <a:srgbClr val="378ADD">
              <a:alpha val="70000"/>
            </a:srgbClr>
          </a:solidFill>
          <a:ln w="19050">
            <a:solidFill>
              <a:srgbClr val="378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90911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6118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Mysore 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2437228"/>
            <a:ext cx="1051560" cy="1083212"/>
          </a:xfrm>
          <a:prstGeom prst="roundRect">
            <a:avLst>
              <a:gd name="adj" fmla="val 5217"/>
            </a:avLst>
          </a:prstGeom>
          <a:solidFill>
            <a:srgbClr val="EF9F27">
              <a:alpha val="70000"/>
            </a:srgbClr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1171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36118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Mysore 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746717"/>
            <a:ext cx="1051560" cy="773723"/>
          </a:xfrm>
          <a:prstGeom prst="roundRect">
            <a:avLst>
              <a:gd name="adj" fmla="val 7091"/>
            </a:avLst>
          </a:prstGeom>
          <a:solidFill>
            <a:srgbClr val="EF9F27">
              <a:alpha val="70000"/>
            </a:srgbClr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426677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46120" y="36118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Mysore 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3056206"/>
            <a:ext cx="1051560" cy="464234"/>
          </a:xfrm>
          <a:prstGeom prst="roundRect">
            <a:avLst>
              <a:gd name="adj" fmla="val 11818"/>
            </a:avLst>
          </a:prstGeom>
          <a:solidFill>
            <a:srgbClr val="EF9F27">
              <a:alpha val="70000"/>
            </a:srgbClr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73616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36118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Tumkur 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1508760"/>
            <a:ext cx="1051560" cy="2011680"/>
          </a:xfrm>
          <a:prstGeom prst="roundRect">
            <a:avLst>
              <a:gd name="adj" fmla="val 5217"/>
            </a:avLst>
          </a:prstGeom>
          <a:solidFill>
            <a:srgbClr val="D85A30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188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36118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ORR East 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2377440"/>
            <a:ext cx="21031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743200" y="20848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later 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01000" y="1417320"/>
            <a:ext cx="3840480" cy="1572768"/>
          </a:xfrm>
          <a:prstGeom prst="roundRect">
            <a:avLst>
              <a:gd name="adj" fmla="val 6977"/>
            </a:avLst>
          </a:prstGeom>
          <a:solidFill>
            <a:srgbClr val="200A06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381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ASTraM today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38160" y="18288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each incident as reported
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 between corridors
</a:t>
            </a:r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ORR East 1: zero warning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3127248"/>
            <a:ext cx="3840480" cy="1664208"/>
          </a:xfrm>
          <a:prstGeom prst="roundRect">
            <a:avLst>
              <a:gd name="adj" fmla="val 6593"/>
            </a:avLst>
          </a:prstGeom>
          <a:solidFill>
            <a:srgbClr val="0A1F16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3816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ASTraM Pulse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38160" y="3547872"/>
            <a:ext cx="35661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AM: cascade alert fires ⚡
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ORR East 1 pre-warned immediately
</a:t>
            </a:r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hours 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13-incident surge hits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773168"/>
            <a:ext cx="7360920" cy="475488"/>
          </a:xfrm>
          <a:prstGeom prst="roundRect">
            <a:avLst>
              <a:gd name="adj" fmla="val 19231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773168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6 was Mysore Rd's 2nd worst day of the dataset (17 incidents total)  ·  ORR East 1 reached 16 incidents — 6.7× its daily average  ·  ASTraM Pulse would have warned 2 hours early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TUMKUR ROAD → ORR EAST 1 — STATISTICALLY CONFIRMED FROM YOUR OWN HISTORICAL RECORDS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out of 40. Every. Single. Time.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691640"/>
          </a:xfrm>
          <a:prstGeom prst="roundRect">
            <a:avLst>
              <a:gd name="adj" fmla="val 7568"/>
            </a:avLst>
          </a:prstGeom>
          <a:solidFill>
            <a:srgbClr val="12102A"/>
          </a:solidFill>
          <a:ln w="1905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3619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94360" y="24505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Tumkur Rd spiked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611880" cy="1691640"/>
          </a:xfrm>
          <a:prstGeom prst="roundRect">
            <a:avLst>
              <a:gd name="adj" fmla="val 7568"/>
            </a:avLst>
          </a:prstGeom>
          <a:solidFill>
            <a:srgbClr val="0A1F16"/>
          </a:solidFill>
          <a:ln w="1905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3619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480560" y="24505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ORR East 1 spiked 60 min later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75320" y="1417320"/>
            <a:ext cx="3611880" cy="1691640"/>
          </a:xfrm>
          <a:prstGeom prst="roundRect">
            <a:avLst>
              <a:gd name="adj" fmla="val 7568"/>
            </a:avLst>
          </a:prstGeom>
          <a:solidFill>
            <a:srgbClr val="1C1305"/>
          </a:solidFill>
          <a:ln w="1905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53619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366760" y="24505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12102A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73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confirmed cascade edges — discovered from BTP's own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Mysore Road → ORR East 1         r=0.193  lag=1h  p&lt;0.0001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ORR East 1 → Hosur Road          r=0.145  lag=2h  p&lt;0.0001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ORR East 1 → Old Madras Road    r=0.114  lag=3h  p&lt;0.0001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Tumkur Road → ORR East 1         r=0.102  lag=1h  p&lt;0.0001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36118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Magadi Road → ORR East 1         r=0.095  lag=3h  p=0.0001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3794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ORR North 2 → ORR East 1         r=0.087  lag=1h  p=0.0002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39776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Mysore Road → Tumkur Road        r=0.081  lag=1h  p=0.0006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773168"/>
            <a:ext cx="11155680" cy="365760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7731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Chain: Mysore Rd → ORR East 1 → Hosur Road → Old Madras Road  ·  A 3-hop cascade confirmed from data, undetectable by ASTraM today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 — 5 MODELS, ALL TRAINED FROM EVENTS.CSV ONLY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algorithms — chosen for this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577840" cy="1737360"/>
          </a:xfrm>
          <a:prstGeom prst="roundRect">
            <a:avLst>
              <a:gd name="adj" fmla="val 6316"/>
            </a:avLst>
          </a:prstGeom>
          <a:solidFill>
            <a:srgbClr val="0A1F16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Risk surface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9222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XGBoost regressor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CV RMSE 4.84 · 1,815 training slots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49% of corridor-hour combos unobserved — XGBoost smooths unseen slots via gradient boosting. SHAP-explainable for police ops.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46520" y="1389888"/>
            <a:ext cx="5577840" cy="1737360"/>
          </a:xfrm>
          <a:prstGeom prst="roundRect">
            <a:avLst>
              <a:gd name="adj" fmla="val 6316"/>
            </a:avLst>
          </a:prstGeom>
          <a:solidFill>
            <a:srgbClr val="0A1F16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481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Duration (2-stage)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79222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XGBoost classifier + Random Forest regressor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011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86.1% class accuracy · Fast MAE 25 min · vehicle breakdown 46 min (actual 41)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Kruskal-Wallis H=1233 (p≈10⁻²⁵⁷) — event_cause drives duration. Log-transform fixes skew 2.61→−0.20. RF more stable than XGBoost with 1,006 slow-class samples.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5577840" cy="1737360"/>
          </a:xfrm>
          <a:prstGeom prst="roundRect">
            <a:avLst>
              <a:gd name="adj" fmla="val 6316"/>
            </a:avLst>
          </a:prstGeom>
          <a:solidFill>
            <a:srgbClr val="12102A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383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Cascade detector 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69417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Time-lagged Pearson correlation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9136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1,804 hourly slots · 7 edges · all p&lt;0.001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18795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 negative samples exist — can't train a classifier. Pearson at lags 1h/2h/3h across 1,804 hourly corridor slots. Granger causality confirmed on top edges. Novel gap — zero prior implementation in ASTraM.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3291840"/>
            <a:ext cx="5577840" cy="1737360"/>
          </a:xfrm>
          <a:prstGeom prst="roundRect">
            <a:avLst>
              <a:gd name="adj" fmla="val 6316"/>
            </a:avLst>
          </a:prstGeom>
          <a:solidFill>
            <a:srgbClr val="1C1305"/>
          </a:solidFill>
          <a:ln w="1270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3383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Barricade classifier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369417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XGBoost + closure-rate lookup table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39136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92.2% accuracy · scale_pos_weight=11.1 · VIP 80% flagged — zero misses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418795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9:1 class imbalance (676 pos / 7,497 neg). Lookup table handles HIGH-tier causes (VIP 80%, public_event 46%, tree_fall 39%) with perfect recall. XGBoost fills the MED zone.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193792"/>
            <a:ext cx="11155680" cy="1298448"/>
          </a:xfrm>
          <a:prstGeom prst="roundRect">
            <a:avLst>
              <a:gd name="adj" fmla="val 8451"/>
            </a:avLst>
          </a:prstGeom>
          <a:solidFill>
            <a:srgbClr val="091525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52852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8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Planned event lookup  —  KNN K=5 · Euclidean on encoded categoricals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5961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467 planned events · returns 5 historical analogs + median duration + closure rate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85216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Only 467 planned events — too few for gradient boosting. KNN gives interpretable output: 'here are 5 similar past processions and what happened.' Cyclical encoding for hour/dow/month.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CONFIRMATION — EVENTS.CSV, 8,173 ROWS, 46 COLUMNS, NOV 2023 – APR 2024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external data — built from your own records.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349240" cy="4059936"/>
          </a:xfrm>
          <a:prstGeom prst="roundRect">
            <a:avLst>
              <a:gd name="adj" fmla="val 2703"/>
            </a:avLst>
          </a:prstGeom>
          <a:solidFill>
            <a:srgbClr val="0A1F16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 used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1284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models → hour, dow, month, 1h buckets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17720" y="16276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null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20299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closed_datetime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12848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model target (duration_min)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17720" y="20299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 null → 2,983 valid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24323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12848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models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24323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 null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event_cause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12848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barricade, planned, cascade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17720" y="2834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null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32369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12848" y="3236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Barricade, planned routing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17720" y="32369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null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36393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requires_road_closure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12848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Barricade model TARGET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36393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null — all 8,173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4041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12848" y="4041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barricade, planned lookup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17720" y="40416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null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44439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police_station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12848" y="4443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barricade, planned lookup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17720" y="44439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null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1188720"/>
            <a:ext cx="5577840" cy="1691640"/>
          </a:xfrm>
          <a:prstGeom prst="roundRect">
            <a:avLst>
              <a:gd name="adj" fmla="val 6486"/>
            </a:avLst>
          </a:prstGeom>
          <a:solidFill>
            <a:srgbClr val="200A06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 dropped — too sparse 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direction  (99.5% null)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82396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map_file  (100% null)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2048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comment  (100% null)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23960" y="2048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resolved_datetime  (99.1% null)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end_datetime  (94% null)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82396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assigned_to_police_id  (98.4% null)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3264408"/>
            <a:ext cx="5577840" cy="1984248"/>
          </a:xfrm>
          <a:prstGeom prst="roundRect">
            <a:avLst>
              <a:gd name="adj" fmla="val 5530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72200" y="33649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8,173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172200" y="3840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events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01000" y="33649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2,983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8001000" y="3840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valid duration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829800" y="33649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467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9829800" y="3840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events (KNN)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72200" y="42793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1,815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6172200" y="47548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combos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01000" y="42793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1,804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8001000" y="47548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hourly slots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829800" y="42793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2.1s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9829800" y="47548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time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BENGALURU TRAFFIC POLICE — NO TECHNICAL JARGON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actually delivers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91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16152" y="15727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min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breakdown duration predicted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median: 41 min. Controllers know deployment window before dispatch.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48132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591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102352" y="15727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hours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26280" y="21031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warning on Apr 6 cascade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237744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ORR East 1 pre-alerted at 6 AM before 13-incident wave arrived at 8 AM.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5320" y="148132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 w="1270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1591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88552" y="15727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21031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Tumkur → ORR East 1 confirmation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237744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time Tumkur Road spiked, ORR East 1 followed 60 min later. 40 of 40.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31012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🚧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16152" y="34015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movement road closure rate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events require closure 80% of the time. Barricade pre-staged automatically — zero misses.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31012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2628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🌳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102352" y="34015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526280" y="39319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fall road closure 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26280" y="420624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tier: pre-staged barricades always. Construction: 26% — flagged as MED.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75320" y="3310128"/>
            <a:ext cx="3611880" cy="160020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41248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988552" y="34015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412480" y="39319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class accuracy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12480" y="420624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(&lt;2 hrs) vs slow (&gt;2 hrs) correctly classified. Officers deployed for the right duration.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90-SECOND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ops controller uses ASTraM Pulse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581912"/>
            <a:ext cx="411480" cy="4114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F1E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1581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Pulse, select corridor &amp;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89280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selects Mysore Road · Thursday · 9:00 PM. System runs inference in under 1 second.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" y="1993392"/>
            <a:ext cx="0" cy="512064"/>
          </a:xfrm>
          <a:prstGeom prst="line">
            <a:avLst/>
          </a:prstGeom>
          <a:noFill/>
          <a:ln w="12700">
            <a:solidFill>
              <a:srgbClr val="1E2A3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02920" y="2569464"/>
            <a:ext cx="411480" cy="4114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F1E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9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25694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 fires — before anything happens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88036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100/100 · High. Factors shown: evening peak, rain forecast, Thursday elevated baseline. Duration: vehicle breakdown expected, 46 min.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" y="2980944"/>
            <a:ext cx="0" cy="512064"/>
          </a:xfrm>
          <a:prstGeom prst="line">
            <a:avLst/>
          </a:prstGeom>
          <a:noFill/>
          <a:ln w="12700">
            <a:solidFill>
              <a:srgbClr val="1E2A3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02920" y="3557016"/>
            <a:ext cx="411480" cy="411480"/>
          </a:xfrm>
          <a:prstGeom prst="ellipse">
            <a:avLst/>
          </a:prstGeom>
          <a:solidFill>
            <a:srgbClr val="12102A"/>
          </a:solidFill>
          <a:ln w="1905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35570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Cascade alert fires — the unique moment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386791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Mysore Road spike → ORR East 1 pre-alerted 60 minutes before diverted traffic arrives. Tumkur Road also flagged. ASTraM cannot do this today.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" y="3968496"/>
            <a:ext cx="0" cy="512064"/>
          </a:xfrm>
          <a:prstGeom prst="line">
            <a:avLst/>
          </a:prstGeom>
          <a:noFill/>
          <a:ln w="12700">
            <a:solidFill>
              <a:srgbClr val="1E2A3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02920" y="4544568"/>
            <a:ext cx="411480" cy="4114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F1E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544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" y="4544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card — human approves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485546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 dispatched (nearest geo-tagged officer, 6 min). Barricade pre-staged (38% closure rate for this cause). MapmyIndia diversion via Magadi Road.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" y="4956048"/>
            <a:ext cx="0" cy="512064"/>
          </a:xfrm>
          <a:prstGeom prst="line">
            <a:avLst/>
          </a:prstGeom>
          <a:noFill/>
          <a:ln w="12700">
            <a:solidFill>
              <a:srgbClr val="1E2A3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02920" y="5532120"/>
            <a:ext cx="411480" cy="4114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8992" y="5532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closes — ledger logs the outcome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584301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High, 46 min. Actual: High, 52 min. Match logged. Accuracy updates to 93%. Model retrain queued. System gets smarter.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1508760"/>
            <a:ext cx="5257800" cy="3749040"/>
          </a:xfrm>
          <a:prstGeom prst="roundRect">
            <a:avLst>
              <a:gd name="adj" fmla="val 3415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37960" y="1600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design principles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2029968"/>
            <a:ext cx="219456" cy="21945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19659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22402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recommends. Controller decides. No autonomous dispatch.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37960" y="2578608"/>
            <a:ext cx="219456" cy="21945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5146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proof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27889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score, cascade edge, closure rate — from your own 8,173 records.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37960" y="3127248"/>
            <a:ext cx="219456" cy="21945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0632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ASTraM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0" y="33375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alongside BTP's existing system. Not a replacement.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37960" y="3675888"/>
            <a:ext cx="219456" cy="21945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611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388620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outcome logged. Model retrains on divergence. Accuracy tracked live.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537960" y="4224528"/>
            <a:ext cx="219456" cy="21945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4160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3-command deploy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58000" y="443484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→ python train_all.py → uvicorn. Running in minutes.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537960" y="4773168"/>
            <a:ext cx="219456" cy="21945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47091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MapmyIndia-ready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0" y="49834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engine structured for live routing API integration.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1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ASTraM Pulse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2560320" y="2084832"/>
            <a:ext cx="704088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1284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score. Every cascade edge. Every closure rate.
</a:t>
            </a:r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your own 8,173 incident records. No assumptions. No simulations.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3337560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41071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cascade edges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3950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p&lt;0.001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3337560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341071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of 40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49040" y="3950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Tumkur→ORR East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3337560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341071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hours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29400" y="3950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6 warning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18320" y="3337560"/>
            <a:ext cx="2606040" cy="1170432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0" y="341071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seconds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509760" y="3950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70916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 Hackathon 2.0  ·  Event-Driven Congestion track  ·  Built for Bengaluru Traffic Police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ASTraM Pulse — Gridlock Hackathon 2.0</dc:title>
  <dc:subject>PptxGenJS Presentation</dc:subject>
  <dc:creator>ASTraM Pulse Team</dc:creator>
  <cp:lastModifiedBy>ASTraM Pulse Team</cp:lastModifiedBy>
  <cp:revision>1</cp:revision>
  <dcterms:created xsi:type="dcterms:W3CDTF">2026-06-21T09:22:45Z</dcterms:created>
  <dcterms:modified xsi:type="dcterms:W3CDTF">2026-06-21T09:22:45Z</dcterms:modified>
</cp:coreProperties>
</file>